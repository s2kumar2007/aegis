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tGPT_Image_Sep_13__2026__11_17_41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EXASOL HACKATHON 2026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Fraud Detection for UPI Transactions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5029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1605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velocity ML, fraud-ring graph analytics, and plain-language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explanations — built on Exasol.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404 FOUNDERS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tGPT_Image_Sep_13__2026__11_24_28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A7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Has Outgrown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Single-Transaction Rules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7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620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moves billions of transactions a month — fraud has to be caught in real time, not after the fact.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216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7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rings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69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increasingly runs across networks of linked accounts and devices, invisible to per-transaction rules.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286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7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alerts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760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Flagging a transaction isn't enough — investigators need a clear, explainable reason before they act.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FOUNDERS  |  AEGIS  |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tGPT_Image_Sep_13__2026__11_23_53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AEGIS, At a Glance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361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three-layer detection engine, wrapped in an investigator-facing dashboard.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3591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ML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697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 scores every transaction on behavioral velocity features in real time.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83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34107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Detection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7490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networkx-based graph scorer (with optional GNN) uncovers coordinated fraud rings across accounts.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434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4622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48006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+ Bayesian-style reasoning turn every flag into a plain-language case file.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FOUNDERS  |  AEGIS  |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tGPT_Image_Sep_13__2026__11_24_39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Transaction Flows Through AEGIS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30632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" y="322783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63016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Exasol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212848" y="336499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04872" y="30632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478024" y="322783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Engg.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478024" y="363016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feats.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336499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61104" y="30632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334256" y="322783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334256" y="363016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925312" y="336499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117336" y="30632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190488" y="322783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Scorer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190488" y="363016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optional GNN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781544" y="336499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973568" y="30632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046720" y="322783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+ Bayesian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363016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637776" y="336499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829800" y="306324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902952" y="322783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902952" y="363016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War Room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reads and writes through Exasol as the single system of record.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FOUNDERS  |  AEGIS  |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tGPT_Image_Sep_13__2026__11_24_06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EXASOL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Exasol Is the System of Record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34086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2286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transaction, score, and explanation lives in Exasol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 pipeline, API, and dashboard all read/write the same tables.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51129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34564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queries trace fraud rings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221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BY / START WITH / SYS_CONNECT_BY_PATH walk multi-hop account links — no WITH RECURSIVE needed.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68172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6268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speed at hackathon scale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99262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 to re-score thousands of transactions on every pipeline run.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FOUNDERS  |  AEGIS  |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tGPT_Image_Sep_13__2026__11_24_47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 ROOM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Investigator, Not Just the Model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5074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522122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Ring Graph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5559552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Force-directed topology view of linked accounts and shared devices.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5074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02152" y="522122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Scrubber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3502152" y="5559552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a ring's transaction history step by step.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5074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91072" y="522122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Files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291072" y="5559552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Click-to-explain panel with SHAP-driven, plain-language reasoning.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15400" y="5074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079992" y="522122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Inspector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9079992" y="5559552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into any account, device, or route in one click.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FOUNDERS  |  AEGIS  |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tGPT_Image_Sep_13__2026__11_17_57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9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Working, End to End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pipeline run trains, scores, and explains — then serves it all through a live API.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9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~4,700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25877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risk-scored transactions written to Exasol per pipeline run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9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34564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stages: XGBoost → ring scoring → autoencoder → SHAP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9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43251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endpoint (/risk-scores) returning explained fraud scores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FOUNDERS  |  AEGIS  |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tGPT_Image_Sep_13__2026__10_58_41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2834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822960" y="3794760"/>
            <a:ext cx="5029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— Multi-Layer UPI Fraud Detection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404 FOUNDERS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github.com/s2kumar2007/Aegis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2026-09-13T17:58:13Z</dcterms:created>
  <dcterms:modified xsi:type="dcterms:W3CDTF">2026-09-13T17:58:13Z</dcterms:modified>
</cp:coreProperties>
</file>